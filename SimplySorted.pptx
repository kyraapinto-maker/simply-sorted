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0E9"/>
    <a:srgbClr val="AC711E"/>
    <a:srgbClr val="AB7942"/>
    <a:srgbClr val="FAE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95"/>
    <p:restoredTop sz="94681"/>
  </p:normalViewPr>
  <p:slideViewPr>
    <p:cSldViewPr snapToGrid="0">
      <p:cViewPr>
        <p:scale>
          <a:sx n="104" d="100"/>
          <a:sy n="104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7D646-7222-061B-A2A1-739A8A213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A9976-62B0-E09E-E0E0-EDCB4D65B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28CEF-77C5-3CB8-7A3B-E13D6D60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E1E7F-77B6-5DFA-EA34-A0CEC9DC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C127-F474-B47B-BF29-6FD969D0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3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6015-9368-D7F7-0DA8-1AB48FF32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7D22-8F10-CB43-DA22-22411C8D6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9A877-7985-DF94-7217-7D96EA51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A053C-5EFE-5D0C-6A1F-36EE9E12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1E8E0-9DC3-76F5-E8F3-A389CC12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FE19-7C4F-018E-DE04-EC31E592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B1AC3-26B0-6484-DE7F-ADCE1B792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D247E-E4C4-A2EA-4210-3A8021ED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1B7D8-60B6-1935-A264-787502A6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7E2FE-E7F7-3B2D-665F-9925F47E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7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D33B-B2B1-C427-AEE6-5261CE88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E65D7-AA68-3EDE-CADB-3084B3443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73286-0341-B675-9706-7960B6B05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B9214-80FF-18D0-DDF6-72CA9A10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05803-FD01-71EA-EFC8-01650578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B91CC-7CF8-DA44-D88A-B3D58E74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7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283D-706F-26E1-7CA1-CA2ECEDC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856AA-3F50-FC0E-C5BD-DBE1D291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CB3CA-EE4E-2A7F-E35E-6A57D4BB2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5A8F4-4040-8FB6-78EB-237436E8D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DC818-5785-68DD-F1D4-241803412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A1FEA-8FF1-82E2-192B-D9D84265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09508-9685-7369-BAF6-F11F224E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8D4CE9-56F4-040E-A8D5-BE3ABAE9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9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C359-A2EE-384C-127C-9FEF02A78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59167-A662-01EB-AFE6-BF166501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56A51-D59F-7234-FBE3-22AE2A16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A18C6-E130-46A8-A367-790A348A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0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B89C0-7F82-9988-91ED-FFB32D22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5E2E6-9169-6690-0CFA-06B10B7A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28068-8036-CDDF-54CE-33BACC05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9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67A3-05FE-C612-25DB-E98DB657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B13B0-5FF7-771A-096A-27D26F920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F162C-C913-7DD7-8024-23986A0C8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E95F0-AC27-27A1-B7D2-44BCFAAA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53233-8FF0-57B7-CD8E-18BFCB7F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4490A-0725-0E18-67B9-D3D47088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1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CCF8-2E62-9FF6-9897-F04909CE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77BEE9-2EDE-0647-F460-53135BE8B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CD21-4C0B-0068-B62B-CBF7E2C5F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C3ED2-BFC3-1FA8-380C-0B486A1D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9E18-6C88-7B8F-96BC-EB4FF763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92AB0-91E5-41B7-8C15-2A9E580E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8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7DC5-079E-7508-025D-188F53F3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B2804-D44B-D2A1-1701-5DA13F651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AA62A-F0BD-88F6-086C-29D682B0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6640D-4135-34D7-976D-F44441A0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D5684-9E2B-C07B-C8D1-9989A65DA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1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7006A-1CAD-7C26-C4F4-826535A75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C8E8C-D7D7-CDC6-8060-66D56C91B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8ECFD-FAB8-109A-55A8-DA3F1B74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2CA74-0882-A5FA-AF5E-4582F5A4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D61D2-1030-A545-41FF-70761E9E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6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54387-49D8-739E-A12B-264168BE6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BE2DD-5B14-0D44-86F8-89BA4DF44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6EEA4-3A5A-95D2-4D7D-BA27D0815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42F54-3927-D646-93F3-19D1FCAAC5C1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0251-52E2-AF8D-807F-21E494C9A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E347D-CD27-989E-0A54-412436F9A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83B6F-E4F6-EC4F-AC6C-1D6F337CE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2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microsoft.com/office/2007/relationships/hdphoto" Target="../media/hdphoto2.wdp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B6943A0-6E2B-0140-B7C3-E4C70E89CD9C}"/>
              </a:ext>
            </a:extLst>
          </p:cNvPr>
          <p:cNvSpPr txBox="1"/>
          <p:nvPr/>
        </p:nvSpPr>
        <p:spPr>
          <a:xfrm>
            <a:off x="3048828" y="304555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85E9FE2A-3A2A-FAF7-1C0D-F947B46D03BF}"/>
              </a:ext>
            </a:extLst>
          </p:cNvPr>
          <p:cNvGrpSpPr/>
          <p:nvPr/>
        </p:nvGrpSpPr>
        <p:grpSpPr>
          <a:xfrm>
            <a:off x="1107703" y="955376"/>
            <a:ext cx="5949939" cy="5116791"/>
            <a:chOff x="1107703" y="955376"/>
            <a:chExt cx="5949939" cy="5116791"/>
          </a:xfrm>
        </p:grpSpPr>
        <p:sp>
          <p:nvSpPr>
            <p:cNvPr id="4" name="AutoShape 2" descr=", AI generated">
              <a:extLst>
                <a:ext uri="{FF2B5EF4-FFF2-40B4-BE49-F238E27FC236}">
                  <a16:creationId xmlns:a16="http://schemas.microsoft.com/office/drawing/2014/main" id="{E1A9DBBF-3817-414D-8837-E2EE6562A1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AutoShape 8" descr="Uploaded image preview">
              <a:extLst>
                <a:ext uri="{FF2B5EF4-FFF2-40B4-BE49-F238E27FC236}">
                  <a16:creationId xmlns:a16="http://schemas.microsoft.com/office/drawing/2014/main" id="{A2286DE9-7115-D938-896F-9A423F1015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96000" y="34290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AFC0C0-7936-1810-2BF8-8D4CB883B67E}"/>
                </a:ext>
              </a:extLst>
            </p:cNvPr>
            <p:cNvCxnSpPr>
              <a:cxnSpLocks/>
            </p:cNvCxnSpPr>
            <p:nvPr/>
          </p:nvCxnSpPr>
          <p:spPr>
            <a:xfrm>
              <a:off x="4856205" y="1480596"/>
              <a:ext cx="0" cy="1077098"/>
            </a:xfrm>
            <a:prstGeom prst="lin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Trapezium 23">
              <a:extLst>
                <a:ext uri="{FF2B5EF4-FFF2-40B4-BE49-F238E27FC236}">
                  <a16:creationId xmlns:a16="http://schemas.microsoft.com/office/drawing/2014/main" id="{26892D48-7DCE-DBF2-F375-2C54E161628B}"/>
                </a:ext>
              </a:extLst>
            </p:cNvPr>
            <p:cNvSpPr/>
            <p:nvPr/>
          </p:nvSpPr>
          <p:spPr>
            <a:xfrm>
              <a:off x="2651624" y="3025858"/>
              <a:ext cx="4406018" cy="3039250"/>
            </a:xfrm>
            <a:prstGeom prst="trapezoid">
              <a:avLst>
                <a:gd name="adj" fmla="val 55165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A14E807-3E48-454C-1EB5-A434FDB284F5}"/>
                </a:ext>
              </a:extLst>
            </p:cNvPr>
            <p:cNvSpPr/>
            <p:nvPr/>
          </p:nvSpPr>
          <p:spPr>
            <a:xfrm>
              <a:off x="2681416" y="1451732"/>
              <a:ext cx="4349578" cy="4613376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7018206-CBB3-0F53-4739-CA0545347BFE}"/>
                </a:ext>
              </a:extLst>
            </p:cNvPr>
            <p:cNvGrpSpPr/>
            <p:nvPr/>
          </p:nvGrpSpPr>
          <p:grpSpPr>
            <a:xfrm>
              <a:off x="1107703" y="955376"/>
              <a:ext cx="3153300" cy="2079280"/>
              <a:chOff x="1168255" y="636373"/>
              <a:chExt cx="3153300" cy="207928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36DCF5A-CE7F-3A19-1735-966D94F46B1A}"/>
                  </a:ext>
                </a:extLst>
              </p:cNvPr>
              <p:cNvSpPr/>
              <p:nvPr/>
            </p:nvSpPr>
            <p:spPr>
              <a:xfrm>
                <a:off x="1168255" y="636373"/>
                <a:ext cx="3153300" cy="20792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" name="Picture 26" descr="Black text on a white background&#10;&#10;AI-generated content may be incorrect.">
                <a:extLst>
                  <a:ext uri="{FF2B5EF4-FFF2-40B4-BE49-F238E27FC236}">
                    <a16:creationId xmlns:a16="http://schemas.microsoft.com/office/drawing/2014/main" id="{2958ED5E-80D8-5BDB-6240-5D50DEC87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11260" y="979576"/>
                <a:ext cx="3110295" cy="1560762"/>
              </a:xfrm>
              <a:prstGeom prst="rect">
                <a:avLst/>
              </a:prstGeom>
            </p:spPr>
          </p:pic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D9C8213-2D5D-C4A3-55BE-1D2F40436ECD}"/>
                </a:ext>
              </a:extLst>
            </p:cNvPr>
            <p:cNvCxnSpPr/>
            <p:nvPr/>
          </p:nvCxnSpPr>
          <p:spPr>
            <a:xfrm flipV="1">
              <a:off x="5049911" y="5811593"/>
              <a:ext cx="127000" cy="2605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AFADC21-33E5-D6F1-C86B-C3D7B3BF19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5913" y="5796464"/>
              <a:ext cx="127000" cy="2605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40B61B-E8BF-6F4C-361D-520B8023C908}"/>
                </a:ext>
              </a:extLst>
            </p:cNvPr>
            <p:cNvSpPr/>
            <p:nvPr/>
          </p:nvSpPr>
          <p:spPr>
            <a:xfrm>
              <a:off x="4611165" y="4206469"/>
              <a:ext cx="1960418" cy="166189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55B172C-0A14-05D7-F590-DC45E6D4F526}"/>
                </a:ext>
              </a:extLst>
            </p:cNvPr>
            <p:cNvSpPr/>
            <p:nvPr/>
          </p:nvSpPr>
          <p:spPr>
            <a:xfrm>
              <a:off x="5279273" y="5316436"/>
              <a:ext cx="649280" cy="55192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0D68F7F-610B-D995-663C-24740B0BA711}"/>
                </a:ext>
              </a:extLst>
            </p:cNvPr>
            <p:cNvCxnSpPr/>
            <p:nvPr/>
          </p:nvCxnSpPr>
          <p:spPr>
            <a:xfrm flipV="1">
              <a:off x="5132949" y="4941921"/>
              <a:ext cx="0" cy="13364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5BC3A6F-B897-A246-474C-323545E55BD2}"/>
                </a:ext>
              </a:extLst>
            </p:cNvPr>
            <p:cNvCxnSpPr/>
            <p:nvPr/>
          </p:nvCxnSpPr>
          <p:spPr>
            <a:xfrm flipV="1">
              <a:off x="6052038" y="4943092"/>
              <a:ext cx="0" cy="13364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07C7839-6F2B-D607-E96C-250F02754FF6}"/>
                </a:ext>
              </a:extLst>
            </p:cNvPr>
            <p:cNvSpPr/>
            <p:nvPr/>
          </p:nvSpPr>
          <p:spPr>
            <a:xfrm>
              <a:off x="5572478" y="4326621"/>
              <a:ext cx="54366" cy="5436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348B7FE-EB97-FD50-C71C-E12C7472ED59}"/>
                </a:ext>
              </a:extLst>
            </p:cNvPr>
            <p:cNvSpPr/>
            <p:nvPr/>
          </p:nvSpPr>
          <p:spPr>
            <a:xfrm>
              <a:off x="5279274" y="4763427"/>
              <a:ext cx="649280" cy="55192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4D12E42-9C26-824C-24C2-48F0063F348A}"/>
                </a:ext>
              </a:extLst>
            </p:cNvPr>
            <p:cNvSpPr/>
            <p:nvPr/>
          </p:nvSpPr>
          <p:spPr>
            <a:xfrm>
              <a:off x="5279274" y="4212164"/>
              <a:ext cx="649280" cy="55192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BDD3427-32BD-1782-D2A0-E4A0978FD94E}"/>
                </a:ext>
              </a:extLst>
            </p:cNvPr>
            <p:cNvSpPr/>
            <p:nvPr/>
          </p:nvSpPr>
          <p:spPr>
            <a:xfrm>
              <a:off x="5572478" y="4887555"/>
              <a:ext cx="54366" cy="5436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C649FA-94BA-1C56-7ECD-4472CC596814}"/>
                </a:ext>
              </a:extLst>
            </p:cNvPr>
            <p:cNvSpPr/>
            <p:nvPr/>
          </p:nvSpPr>
          <p:spPr>
            <a:xfrm>
              <a:off x="5572478" y="5439069"/>
              <a:ext cx="54366" cy="5436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389D55A-8459-AA47-2AD6-8A14D97DF85F}"/>
                </a:ext>
              </a:extLst>
            </p:cNvPr>
            <p:cNvSpPr/>
            <p:nvPr/>
          </p:nvSpPr>
          <p:spPr>
            <a:xfrm>
              <a:off x="4759352" y="2278637"/>
              <a:ext cx="193706" cy="14469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rapezium 50">
              <a:extLst>
                <a:ext uri="{FF2B5EF4-FFF2-40B4-BE49-F238E27FC236}">
                  <a16:creationId xmlns:a16="http://schemas.microsoft.com/office/drawing/2014/main" id="{CAA5C2DE-AE8F-FE90-9117-42C21144C305}"/>
                </a:ext>
              </a:extLst>
            </p:cNvPr>
            <p:cNvSpPr/>
            <p:nvPr/>
          </p:nvSpPr>
          <p:spPr>
            <a:xfrm rot="10800000">
              <a:off x="3095990" y="5598204"/>
              <a:ext cx="787414" cy="468000"/>
            </a:xfrm>
            <a:prstGeom prst="trapezoid">
              <a:avLst>
                <a:gd name="adj" fmla="val 28817"/>
              </a:avLst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659B86-B406-BDD0-F9B0-A72095437BCE}"/>
                </a:ext>
              </a:extLst>
            </p:cNvPr>
            <p:cNvCxnSpPr/>
            <p:nvPr/>
          </p:nvCxnSpPr>
          <p:spPr>
            <a:xfrm>
              <a:off x="3489697" y="4605891"/>
              <a:ext cx="0" cy="100279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571CF3E-63E4-0DD7-7C9F-005BA04C502D}"/>
                </a:ext>
              </a:extLst>
            </p:cNvPr>
            <p:cNvCxnSpPr>
              <a:cxnSpLocks/>
            </p:cNvCxnSpPr>
            <p:nvPr/>
          </p:nvCxnSpPr>
          <p:spPr>
            <a:xfrm>
              <a:off x="3219062" y="4756961"/>
              <a:ext cx="272036" cy="25472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9BA27C7-9C36-C743-F922-CE5F6655CD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9697" y="5151544"/>
              <a:ext cx="272036" cy="25472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F54B2A2-AD97-4B53-9E06-ADE344457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2001" b="55525" l="38649" r="41656"/>
                      </a14:imgEffect>
                    </a14:imgLayer>
                  </a14:imgProps>
                </a:ext>
              </a:extLst>
            </a:blip>
            <a:srcRect l="38273" t="51561" r="57968" b="44035"/>
            <a:stretch>
              <a:fillRect/>
            </a:stretch>
          </p:blipFill>
          <p:spPr>
            <a:xfrm>
              <a:off x="3550669" y="4660003"/>
              <a:ext cx="410309" cy="48064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F7DFACB-5CDF-DEF3-4790-CEC9C3C6E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2001" b="55525" l="38649" r="41656"/>
                      </a14:imgEffect>
                    </a14:imgLayer>
                  </a14:imgProps>
                </a:ext>
              </a:extLst>
            </a:blip>
            <a:srcRect l="38273" t="51561" r="57968" b="44035"/>
            <a:stretch>
              <a:fillRect/>
            </a:stretch>
          </p:blipFill>
          <p:spPr>
            <a:xfrm rot="1510820" flipH="1">
              <a:off x="3195765" y="4438498"/>
              <a:ext cx="259839" cy="304381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656BA54-97D1-B348-537F-2E0891F27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2001" b="55525" l="38649" r="41656"/>
                      </a14:imgEffect>
                    </a14:imgLayer>
                  </a14:imgProps>
                </a:ext>
              </a:extLst>
            </a:blip>
            <a:srcRect l="38273" t="51561" r="57968" b="44035"/>
            <a:stretch>
              <a:fillRect/>
            </a:stretch>
          </p:blipFill>
          <p:spPr>
            <a:xfrm rot="18541430" flipH="1">
              <a:off x="3043421" y="4907374"/>
              <a:ext cx="292754" cy="342939"/>
            </a:xfrm>
            <a:prstGeom prst="rect">
              <a:avLst/>
            </a:prstGeom>
          </p:spPr>
        </p:pic>
        <p:sp>
          <p:nvSpPr>
            <p:cNvPr id="23" name="Triangle 22">
              <a:extLst>
                <a:ext uri="{FF2B5EF4-FFF2-40B4-BE49-F238E27FC236}">
                  <a16:creationId xmlns:a16="http://schemas.microsoft.com/office/drawing/2014/main" id="{CF7426BD-95D7-AD12-91BF-2006FEB1C1DE}"/>
                </a:ext>
              </a:extLst>
            </p:cNvPr>
            <p:cNvSpPr/>
            <p:nvPr/>
          </p:nvSpPr>
          <p:spPr>
            <a:xfrm>
              <a:off x="4314859" y="2299334"/>
              <a:ext cx="1082691" cy="710514"/>
            </a:xfrm>
            <a:prstGeom prst="triangle">
              <a:avLst/>
            </a:prstGeom>
            <a:solidFill>
              <a:schemeClr val="tx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3EACF1B0-A0F7-8449-2BAD-0B816DCBE152}"/>
                </a:ext>
              </a:extLst>
            </p:cNvPr>
            <p:cNvSpPr/>
            <p:nvPr/>
          </p:nvSpPr>
          <p:spPr>
            <a:xfrm>
              <a:off x="4314858" y="2974592"/>
              <a:ext cx="1082683" cy="639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408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2E26-C2D1-DBBF-C7DB-1BC4E147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281BD1CA-AE5B-3B39-1228-66D773627B7B}"/>
              </a:ext>
            </a:extLst>
          </p:cNvPr>
          <p:cNvGrpSpPr/>
          <p:nvPr/>
        </p:nvGrpSpPr>
        <p:grpSpPr>
          <a:xfrm>
            <a:off x="2389634" y="1436012"/>
            <a:ext cx="4406018" cy="3835161"/>
            <a:chOff x="2656334" y="1437486"/>
            <a:chExt cx="4406018" cy="383516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93DE0C-8754-8D7E-8923-D0A12A46B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59697" y="1437486"/>
              <a:ext cx="0" cy="411056"/>
            </a:xfrm>
            <a:prstGeom prst="lin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Trapezium 23">
              <a:extLst>
                <a:ext uri="{FF2B5EF4-FFF2-40B4-BE49-F238E27FC236}">
                  <a16:creationId xmlns:a16="http://schemas.microsoft.com/office/drawing/2014/main" id="{7449384C-91B0-896B-884F-E392ED57BFA0}"/>
                </a:ext>
              </a:extLst>
            </p:cNvPr>
            <p:cNvSpPr/>
            <p:nvPr/>
          </p:nvSpPr>
          <p:spPr>
            <a:xfrm>
              <a:off x="2656334" y="2044642"/>
              <a:ext cx="4406018" cy="3228005"/>
            </a:xfrm>
            <a:prstGeom prst="trapezoid">
              <a:avLst>
                <a:gd name="adj" fmla="val 58528"/>
              </a:avLst>
            </a:prstGeom>
            <a:solidFill>
              <a:srgbClr val="FAE3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5FDB19E-FB2D-620D-BEFC-4EEAB6B79AFA}"/>
                </a:ext>
              </a:extLst>
            </p:cNvPr>
            <p:cNvSpPr/>
            <p:nvPr/>
          </p:nvSpPr>
          <p:spPr>
            <a:xfrm>
              <a:off x="4790826" y="1632871"/>
              <a:ext cx="130757" cy="9767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riangle 22">
              <a:extLst>
                <a:ext uri="{FF2B5EF4-FFF2-40B4-BE49-F238E27FC236}">
                  <a16:creationId xmlns:a16="http://schemas.microsoft.com/office/drawing/2014/main" id="{78808572-C123-996D-3E6E-674C14E31FCF}"/>
                </a:ext>
              </a:extLst>
            </p:cNvPr>
            <p:cNvSpPr/>
            <p:nvPr/>
          </p:nvSpPr>
          <p:spPr>
            <a:xfrm>
              <a:off x="4544692" y="1631200"/>
              <a:ext cx="630009" cy="413442"/>
            </a:xfrm>
            <a:prstGeom prst="triangle">
              <a:avLst/>
            </a:prstGeom>
            <a:solidFill>
              <a:schemeClr val="tx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DDD06004-D511-3DD4-DC0C-76EFC027D7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8" descr="Uploaded image preview">
            <a:extLst>
              <a:ext uri="{FF2B5EF4-FFF2-40B4-BE49-F238E27FC236}">
                <a16:creationId xmlns:a16="http://schemas.microsoft.com/office/drawing/2014/main" id="{945D953A-4B5F-B41B-29E3-DB15E6CBE6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Trapezium 50">
            <a:extLst>
              <a:ext uri="{FF2B5EF4-FFF2-40B4-BE49-F238E27FC236}">
                <a16:creationId xmlns:a16="http://schemas.microsoft.com/office/drawing/2014/main" id="{19E0ED16-7009-0287-9B60-B63CC360BDB5}"/>
              </a:ext>
            </a:extLst>
          </p:cNvPr>
          <p:cNvSpPr/>
          <p:nvPr/>
        </p:nvSpPr>
        <p:spPr>
          <a:xfrm rot="10800000">
            <a:off x="2981971" y="4125368"/>
            <a:ext cx="351851" cy="295034"/>
          </a:xfrm>
          <a:prstGeom prst="trapezoid">
            <a:avLst>
              <a:gd name="adj" fmla="val 922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618D089-D4F0-545C-0759-4675CEA52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7343536" flipH="1">
            <a:off x="2762406" y="4005906"/>
            <a:ext cx="184556" cy="181629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981244B-6DFD-8FFC-47A2-43A7D5429475}"/>
              </a:ext>
            </a:extLst>
          </p:cNvPr>
          <p:cNvGrpSpPr/>
          <p:nvPr/>
        </p:nvGrpSpPr>
        <p:grpSpPr>
          <a:xfrm>
            <a:off x="2981971" y="1437486"/>
            <a:ext cx="3320040" cy="3001988"/>
            <a:chOff x="3252407" y="2080348"/>
            <a:chExt cx="3626706" cy="3497434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892B99B-9FA2-B749-1919-F2804DF864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977" y="2080348"/>
              <a:ext cx="353413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6C2EE84-E92F-479A-C679-53475D11B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6425" y="3940391"/>
              <a:ext cx="290223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66D079A-5E71-694D-507D-EF713B69220B}"/>
                </a:ext>
              </a:extLst>
            </p:cNvPr>
            <p:cNvCxnSpPr>
              <a:cxnSpLocks/>
            </p:cNvCxnSpPr>
            <p:nvPr/>
          </p:nvCxnSpPr>
          <p:spPr>
            <a:xfrm>
              <a:off x="3382178" y="2082066"/>
              <a:ext cx="0" cy="1844893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E97CD80-4B7D-97BC-66C4-E780DA1828FD}"/>
                </a:ext>
              </a:extLst>
            </p:cNvPr>
            <p:cNvCxnSpPr>
              <a:cxnSpLocks/>
            </p:cNvCxnSpPr>
            <p:nvPr/>
          </p:nvCxnSpPr>
          <p:spPr>
            <a:xfrm>
              <a:off x="6209959" y="3926960"/>
              <a:ext cx="0" cy="1650822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5F93A15-E163-48CC-9C2E-8BA9F56F4B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2407" y="5545650"/>
              <a:ext cx="299471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2B78461-5500-7039-1583-5500F240915E}"/>
              </a:ext>
            </a:extLst>
          </p:cNvPr>
          <p:cNvGrpSpPr/>
          <p:nvPr/>
        </p:nvGrpSpPr>
        <p:grpSpPr>
          <a:xfrm>
            <a:off x="2566908" y="2261984"/>
            <a:ext cx="3840187" cy="3001988"/>
            <a:chOff x="2408474" y="2080348"/>
            <a:chExt cx="3840187" cy="3497434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4C97AA0-90DD-D069-A900-2CC025420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977" y="2080348"/>
              <a:ext cx="287540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B7517E0-20C5-1EC1-D8BF-960DF9E0B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6426" y="3845805"/>
              <a:ext cx="290223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8152581-558E-6E3B-ACA9-3484CED0AE0D}"/>
                </a:ext>
              </a:extLst>
            </p:cNvPr>
            <p:cNvCxnSpPr>
              <a:cxnSpLocks/>
            </p:cNvCxnSpPr>
            <p:nvPr/>
          </p:nvCxnSpPr>
          <p:spPr>
            <a:xfrm>
              <a:off x="3382178" y="2082066"/>
              <a:ext cx="0" cy="1768641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96AD3C6-1683-67C4-EC8C-497843C3D99F}"/>
                </a:ext>
              </a:extLst>
            </p:cNvPr>
            <p:cNvCxnSpPr>
              <a:cxnSpLocks/>
            </p:cNvCxnSpPr>
            <p:nvPr/>
          </p:nvCxnSpPr>
          <p:spPr>
            <a:xfrm>
              <a:off x="6209959" y="3809141"/>
              <a:ext cx="0" cy="1768641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861F788-F14B-676B-AD59-0CB8DC36A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8474" y="5545650"/>
              <a:ext cx="383711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57AC05C-3329-32E6-C962-2AADDEF60483}"/>
              </a:ext>
            </a:extLst>
          </p:cNvPr>
          <p:cNvSpPr/>
          <p:nvPr/>
        </p:nvSpPr>
        <p:spPr>
          <a:xfrm>
            <a:off x="6100339" y="4627611"/>
            <a:ext cx="192413" cy="5880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AF864C1-6A9E-14F3-D6DA-04B3C6D64332}"/>
              </a:ext>
            </a:extLst>
          </p:cNvPr>
          <p:cNvCxnSpPr>
            <a:cxnSpLocks/>
          </p:cNvCxnSpPr>
          <p:nvPr/>
        </p:nvCxnSpPr>
        <p:spPr>
          <a:xfrm>
            <a:off x="6146753" y="4721970"/>
            <a:ext cx="9909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246F9B0-3B40-7151-97FD-B249E484F4D6}"/>
              </a:ext>
            </a:extLst>
          </p:cNvPr>
          <p:cNvSpPr/>
          <p:nvPr/>
        </p:nvSpPr>
        <p:spPr>
          <a:xfrm>
            <a:off x="5845917" y="4627611"/>
            <a:ext cx="192413" cy="5880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2781E953-53BF-7705-F256-F9C12CCE3738}"/>
              </a:ext>
            </a:extLst>
          </p:cNvPr>
          <p:cNvCxnSpPr>
            <a:cxnSpLocks/>
          </p:cNvCxnSpPr>
          <p:nvPr/>
        </p:nvCxnSpPr>
        <p:spPr>
          <a:xfrm>
            <a:off x="5891110" y="4721970"/>
            <a:ext cx="9909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AD837BE2-C32E-3D68-CB28-77E583413E43}"/>
              </a:ext>
            </a:extLst>
          </p:cNvPr>
          <p:cNvGrpSpPr/>
          <p:nvPr/>
        </p:nvGrpSpPr>
        <p:grpSpPr>
          <a:xfrm rot="726631">
            <a:off x="5542022" y="4626022"/>
            <a:ext cx="192413" cy="575852"/>
            <a:chOff x="7337569" y="4198449"/>
            <a:chExt cx="192413" cy="588040"/>
          </a:xfrm>
        </p:grpSpPr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000C32DF-45BB-9E39-96E0-03332A625E9F}"/>
                </a:ext>
              </a:extLst>
            </p:cNvPr>
            <p:cNvSpPr/>
            <p:nvPr/>
          </p:nvSpPr>
          <p:spPr>
            <a:xfrm>
              <a:off x="7337569" y="4198449"/>
              <a:ext cx="192413" cy="5880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F73E2255-5853-AE30-B655-1456936850F4}"/>
                </a:ext>
              </a:extLst>
            </p:cNvPr>
            <p:cNvCxnSpPr>
              <a:cxnSpLocks/>
            </p:cNvCxnSpPr>
            <p:nvPr/>
          </p:nvCxnSpPr>
          <p:spPr>
            <a:xfrm>
              <a:off x="7382762" y="4292808"/>
              <a:ext cx="9909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2" name="TextBox 1051">
            <a:extLst>
              <a:ext uri="{FF2B5EF4-FFF2-40B4-BE49-F238E27FC236}">
                <a16:creationId xmlns:a16="http://schemas.microsoft.com/office/drawing/2014/main" id="{3AD5143D-8A5B-C714-C7E7-261156A3E98D}"/>
              </a:ext>
            </a:extLst>
          </p:cNvPr>
          <p:cNvSpPr txBox="1"/>
          <p:nvPr/>
        </p:nvSpPr>
        <p:spPr>
          <a:xfrm>
            <a:off x="3532519" y="2336223"/>
            <a:ext cx="174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simply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E21CDB95-D87B-ABFA-C169-C2B90122DB10}"/>
              </a:ext>
            </a:extLst>
          </p:cNvPr>
          <p:cNvSpPr txBox="1"/>
          <p:nvPr/>
        </p:nvSpPr>
        <p:spPr>
          <a:xfrm>
            <a:off x="4201013" y="3077638"/>
            <a:ext cx="174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sorted</a:t>
            </a:r>
          </a:p>
        </p:txBody>
      </p:sp>
      <p:pic>
        <p:nvPicPr>
          <p:cNvPr id="1055" name="Picture 1054">
            <a:extLst>
              <a:ext uri="{FF2B5EF4-FFF2-40B4-BE49-F238E27FC236}">
                <a16:creationId xmlns:a16="http://schemas.microsoft.com/office/drawing/2014/main" id="{CBD8ABAB-438F-7282-CD7A-0319E8DDC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20074431" flipH="1">
            <a:off x="2788698" y="3876051"/>
            <a:ext cx="184556" cy="181629"/>
          </a:xfrm>
          <a:prstGeom prst="rect">
            <a:avLst/>
          </a:prstGeom>
        </p:spPr>
      </p:pic>
      <p:pic>
        <p:nvPicPr>
          <p:cNvPr id="1056" name="Picture 1055">
            <a:extLst>
              <a:ext uri="{FF2B5EF4-FFF2-40B4-BE49-F238E27FC236}">
                <a16:creationId xmlns:a16="http://schemas.microsoft.com/office/drawing/2014/main" id="{3274A8DF-5CEC-8B95-4290-FAAD14471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3172921" flipH="1">
            <a:off x="2824499" y="4136471"/>
            <a:ext cx="184556" cy="181629"/>
          </a:xfrm>
          <a:prstGeom prst="rect">
            <a:avLst/>
          </a:prstGeom>
        </p:spPr>
      </p:pic>
      <p:pic>
        <p:nvPicPr>
          <p:cNvPr id="1057" name="Picture 1056">
            <a:extLst>
              <a:ext uri="{FF2B5EF4-FFF2-40B4-BE49-F238E27FC236}">
                <a16:creationId xmlns:a16="http://schemas.microsoft.com/office/drawing/2014/main" id="{4A99C222-5648-CED4-4608-74C4C75E6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4928411" flipH="1">
            <a:off x="2703150" y="4175956"/>
            <a:ext cx="184556" cy="181629"/>
          </a:xfrm>
          <a:prstGeom prst="rect">
            <a:avLst/>
          </a:prstGeom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492A71EA-80E0-8B13-C3C0-6722DF54E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190705" flipH="1">
            <a:off x="2896257" y="3777750"/>
            <a:ext cx="137617" cy="191886"/>
          </a:xfrm>
          <a:prstGeom prst="rect">
            <a:avLst/>
          </a:prstGeom>
        </p:spPr>
      </p:pic>
      <p:pic>
        <p:nvPicPr>
          <p:cNvPr id="1059" name="Picture 1058">
            <a:extLst>
              <a:ext uri="{FF2B5EF4-FFF2-40B4-BE49-F238E27FC236}">
                <a16:creationId xmlns:a16="http://schemas.microsoft.com/office/drawing/2014/main" id="{03B9EFD7-86E4-E13A-8E9F-64C6DDF73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2172550" flipH="1">
            <a:off x="2955573" y="3895811"/>
            <a:ext cx="137617" cy="191886"/>
          </a:xfrm>
          <a:prstGeom prst="rect">
            <a:avLst/>
          </a:prstGeom>
        </p:spPr>
      </p:pic>
      <p:pic>
        <p:nvPicPr>
          <p:cNvPr id="1060" name="Picture 1059">
            <a:extLst>
              <a:ext uri="{FF2B5EF4-FFF2-40B4-BE49-F238E27FC236}">
                <a16:creationId xmlns:a16="http://schemas.microsoft.com/office/drawing/2014/main" id="{E3D605D4-11D5-730B-1EC7-744AC5ED0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72731" flipH="1">
            <a:off x="3187411" y="3899741"/>
            <a:ext cx="137617" cy="191886"/>
          </a:xfrm>
          <a:prstGeom prst="rect">
            <a:avLst/>
          </a:prstGeom>
        </p:spPr>
      </p:pic>
      <p:pic>
        <p:nvPicPr>
          <p:cNvPr id="1061" name="Picture 1060">
            <a:extLst>
              <a:ext uri="{FF2B5EF4-FFF2-40B4-BE49-F238E27FC236}">
                <a16:creationId xmlns:a16="http://schemas.microsoft.com/office/drawing/2014/main" id="{FE30117D-37A2-DFE7-BA7B-83948853D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3358932" flipH="1">
            <a:off x="3309612" y="3897999"/>
            <a:ext cx="137617" cy="191886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3CFC5D74-B631-7E5B-9200-AA3CEBE7F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2514455" flipH="1">
            <a:off x="3268129" y="3792634"/>
            <a:ext cx="137617" cy="191886"/>
          </a:xfrm>
          <a:prstGeom prst="rect">
            <a:avLst/>
          </a:prstGeom>
        </p:spPr>
      </p:pic>
      <p:pic>
        <p:nvPicPr>
          <p:cNvPr id="1063" name="Picture 1062">
            <a:extLst>
              <a:ext uri="{FF2B5EF4-FFF2-40B4-BE49-F238E27FC236}">
                <a16:creationId xmlns:a16="http://schemas.microsoft.com/office/drawing/2014/main" id="{9063E02A-F31D-6FBA-CFAF-37462D11B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6934265" flipH="1">
            <a:off x="3397889" y="3982330"/>
            <a:ext cx="137617" cy="191886"/>
          </a:xfrm>
          <a:prstGeom prst="rect">
            <a:avLst/>
          </a:prstGeom>
        </p:spPr>
      </p:pic>
      <p:pic>
        <p:nvPicPr>
          <p:cNvPr id="1064" name="Picture 1063">
            <a:extLst>
              <a:ext uri="{FF2B5EF4-FFF2-40B4-BE49-F238E27FC236}">
                <a16:creationId xmlns:a16="http://schemas.microsoft.com/office/drawing/2014/main" id="{9C14F8ED-9C33-F74B-D3A6-4C9DF176A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0003688" flipH="1">
            <a:off x="3381007" y="4102331"/>
            <a:ext cx="137617" cy="191886"/>
          </a:xfrm>
          <a:prstGeom prst="rect">
            <a:avLst/>
          </a:prstGeom>
        </p:spPr>
      </p:pic>
      <p:pic>
        <p:nvPicPr>
          <p:cNvPr id="1067" name="Picture 1066">
            <a:extLst>
              <a:ext uri="{FF2B5EF4-FFF2-40B4-BE49-F238E27FC236}">
                <a16:creationId xmlns:a16="http://schemas.microsoft.com/office/drawing/2014/main" id="{2C4BED58-6DA7-FDF0-734C-1B33EFD9F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8723425" flipH="1">
            <a:off x="3502496" y="4083800"/>
            <a:ext cx="137617" cy="191886"/>
          </a:xfrm>
          <a:prstGeom prst="rect">
            <a:avLst/>
          </a:prstGeom>
        </p:spPr>
      </p:pic>
      <p:pic>
        <p:nvPicPr>
          <p:cNvPr id="1068" name="Picture 1067">
            <a:extLst>
              <a:ext uri="{FF2B5EF4-FFF2-40B4-BE49-F238E27FC236}">
                <a16:creationId xmlns:a16="http://schemas.microsoft.com/office/drawing/2014/main" id="{C7EEA542-8291-B1A6-A679-CF67045F1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0800000" flipH="1">
            <a:off x="3177993" y="3730787"/>
            <a:ext cx="137617" cy="191886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055D89B3-0A83-8E66-A29A-F13566A6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20332435" flipH="1">
            <a:off x="3067334" y="3773178"/>
            <a:ext cx="137617" cy="191886"/>
          </a:xfrm>
          <a:prstGeom prst="rect">
            <a:avLst/>
          </a:prstGeom>
        </p:spPr>
      </p:pic>
      <p:pic>
        <p:nvPicPr>
          <p:cNvPr id="1075" name="Picture 1074">
            <a:extLst>
              <a:ext uri="{FF2B5EF4-FFF2-40B4-BE49-F238E27FC236}">
                <a16:creationId xmlns:a16="http://schemas.microsoft.com/office/drawing/2014/main" id="{EACC548E-9E22-CD82-ACC5-B4DAB0C8A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4051718" flipH="1">
            <a:off x="3070482" y="3907837"/>
            <a:ext cx="137617" cy="191886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96218287-84F6-E0C6-01D5-42D2CCD22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1354451" flipH="1">
            <a:off x="2811285" y="4310964"/>
            <a:ext cx="184556" cy="181629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DA9BFA54-B3D1-E627-AECA-797B0CA40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5543644" flipH="1">
            <a:off x="2664798" y="4385622"/>
            <a:ext cx="184556" cy="181629"/>
          </a:xfrm>
          <a:prstGeom prst="rect">
            <a:avLst/>
          </a:prstGeom>
        </p:spPr>
      </p:pic>
      <p:pic>
        <p:nvPicPr>
          <p:cNvPr id="1079" name="Picture 1078">
            <a:extLst>
              <a:ext uri="{FF2B5EF4-FFF2-40B4-BE49-F238E27FC236}">
                <a16:creationId xmlns:a16="http://schemas.microsoft.com/office/drawing/2014/main" id="{BDB85717-68DC-FD59-3207-388321DAB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2285495" flipH="1">
            <a:off x="2806961" y="4470539"/>
            <a:ext cx="184556" cy="181629"/>
          </a:xfrm>
          <a:prstGeom prst="rect">
            <a:avLst/>
          </a:prstGeom>
        </p:spPr>
      </p:pic>
      <p:pic>
        <p:nvPicPr>
          <p:cNvPr id="1087" name="Picture 1086">
            <a:extLst>
              <a:ext uri="{FF2B5EF4-FFF2-40B4-BE49-F238E27FC236}">
                <a16:creationId xmlns:a16="http://schemas.microsoft.com/office/drawing/2014/main" id="{2B959848-4DCE-F9F9-3F15-EB2C038F6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5775096" flipH="1">
            <a:off x="2589918" y="4551817"/>
            <a:ext cx="184556" cy="181629"/>
          </a:xfrm>
          <a:prstGeom prst="rect">
            <a:avLst/>
          </a:prstGeom>
        </p:spPr>
      </p:pic>
      <p:pic>
        <p:nvPicPr>
          <p:cNvPr id="1088" name="Picture 1087">
            <a:extLst>
              <a:ext uri="{FF2B5EF4-FFF2-40B4-BE49-F238E27FC236}">
                <a16:creationId xmlns:a16="http://schemas.microsoft.com/office/drawing/2014/main" id="{467DB89B-F727-24BB-EFAD-F56F61C04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2167963" flipH="1">
            <a:off x="2735438" y="4560770"/>
            <a:ext cx="184556" cy="181629"/>
          </a:xfrm>
          <a:prstGeom prst="rect">
            <a:avLst/>
          </a:prstGeom>
        </p:spPr>
      </p:pic>
      <p:pic>
        <p:nvPicPr>
          <p:cNvPr id="1089" name="Picture 1088">
            <a:extLst>
              <a:ext uri="{FF2B5EF4-FFF2-40B4-BE49-F238E27FC236}">
                <a16:creationId xmlns:a16="http://schemas.microsoft.com/office/drawing/2014/main" id="{F1BF9B1D-C947-8409-B115-46A2989EE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2796178" flipH="1">
            <a:off x="2855484" y="4679663"/>
            <a:ext cx="184556" cy="181629"/>
          </a:xfrm>
          <a:prstGeom prst="rect">
            <a:avLst/>
          </a:prstGeom>
        </p:spPr>
      </p:pic>
      <p:pic>
        <p:nvPicPr>
          <p:cNvPr id="1090" name="Picture 1089">
            <a:extLst>
              <a:ext uri="{FF2B5EF4-FFF2-40B4-BE49-F238E27FC236}">
                <a16:creationId xmlns:a16="http://schemas.microsoft.com/office/drawing/2014/main" id="{D094E2AF-F6A3-B441-9361-117AE329D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1816121" flipH="1">
            <a:off x="2912397" y="4534548"/>
            <a:ext cx="184556" cy="181629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7E5796BC-E285-3E93-3C8A-02814C5BF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001" b="55525" l="38649" r="41656"/>
                    </a14:imgEffect>
                  </a14:imgLayer>
                </a14:imgProps>
              </a:ext>
            </a:extLst>
          </a:blip>
          <a:srcRect l="38273" t="51561" r="57968" b="44035"/>
          <a:stretch>
            <a:fillRect/>
          </a:stretch>
        </p:blipFill>
        <p:spPr>
          <a:xfrm rot="13648081" flipH="1">
            <a:off x="2649967" y="4672326"/>
            <a:ext cx="184556" cy="1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5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BE0256D-F0F0-8992-40EF-BA1E376F7C15}"/>
              </a:ext>
            </a:extLst>
          </p:cNvPr>
          <p:cNvGrpSpPr/>
          <p:nvPr/>
        </p:nvGrpSpPr>
        <p:grpSpPr>
          <a:xfrm>
            <a:off x="2981971" y="1437486"/>
            <a:ext cx="3320040" cy="3001988"/>
            <a:chOff x="3252407" y="2080348"/>
            <a:chExt cx="3626706" cy="349743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D40CEC-BA1E-E687-3DBE-37218BC6B8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977" y="2080348"/>
              <a:ext cx="353413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6D26EC-6481-E851-AEE2-A885F57C34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6425" y="3940391"/>
              <a:ext cx="290223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BE124C-D045-5369-2691-CB8AC5141FEE}"/>
                </a:ext>
              </a:extLst>
            </p:cNvPr>
            <p:cNvCxnSpPr>
              <a:cxnSpLocks/>
            </p:cNvCxnSpPr>
            <p:nvPr/>
          </p:nvCxnSpPr>
          <p:spPr>
            <a:xfrm>
              <a:off x="3382178" y="2082066"/>
              <a:ext cx="0" cy="1844893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EF6399-CC9A-02CA-B48C-8F11C2B6E294}"/>
                </a:ext>
              </a:extLst>
            </p:cNvPr>
            <p:cNvCxnSpPr>
              <a:cxnSpLocks/>
            </p:cNvCxnSpPr>
            <p:nvPr/>
          </p:nvCxnSpPr>
          <p:spPr>
            <a:xfrm>
              <a:off x="6209959" y="3926960"/>
              <a:ext cx="0" cy="1650822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6E52402-D298-E217-6571-53E59E10E2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2407" y="5545650"/>
              <a:ext cx="299471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BBCF0-59FF-1859-48A4-344A3EC143BB}"/>
              </a:ext>
            </a:extLst>
          </p:cNvPr>
          <p:cNvGrpSpPr/>
          <p:nvPr/>
        </p:nvGrpSpPr>
        <p:grpSpPr>
          <a:xfrm>
            <a:off x="2566908" y="2261984"/>
            <a:ext cx="3840187" cy="3001988"/>
            <a:chOff x="2408474" y="2080348"/>
            <a:chExt cx="3840187" cy="349743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BF8EB1-E48B-9827-F53C-4F0E4A140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977" y="2080348"/>
              <a:ext cx="287540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C5FF54-0F7F-8812-618F-5EAF9837AB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6426" y="3845805"/>
              <a:ext cx="2902235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3C5CC1-B545-06CD-88DB-1C6D47EE38DE}"/>
                </a:ext>
              </a:extLst>
            </p:cNvPr>
            <p:cNvCxnSpPr>
              <a:cxnSpLocks/>
            </p:cNvCxnSpPr>
            <p:nvPr/>
          </p:nvCxnSpPr>
          <p:spPr>
            <a:xfrm>
              <a:off x="3382178" y="2082066"/>
              <a:ext cx="0" cy="1768641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698097-07C5-F55A-8F06-67942BD3F117}"/>
                </a:ext>
              </a:extLst>
            </p:cNvPr>
            <p:cNvCxnSpPr>
              <a:cxnSpLocks/>
            </p:cNvCxnSpPr>
            <p:nvPr/>
          </p:nvCxnSpPr>
          <p:spPr>
            <a:xfrm>
              <a:off x="6209959" y="3809141"/>
              <a:ext cx="0" cy="1768641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D69A6D4-5523-11E8-5AB3-FF400B27C2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8474" y="5545650"/>
              <a:ext cx="383711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7738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F02D-3ECC-E595-54C9-4EF61E5C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rawing of a shelf with books and a lamp&#10;&#10;AI-generated content may be incorrect.">
            <a:extLst>
              <a:ext uri="{FF2B5EF4-FFF2-40B4-BE49-F238E27FC236}">
                <a16:creationId xmlns:a16="http://schemas.microsoft.com/office/drawing/2014/main" id="{DA6233C8-D584-120A-C58D-86CB6D867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54711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A19432-71A2-5B05-C784-4F7408F8DA5B}"/>
              </a:ext>
            </a:extLst>
          </p:cNvPr>
          <p:cNvSpPr/>
          <p:nvPr/>
        </p:nvSpPr>
        <p:spPr>
          <a:xfrm>
            <a:off x="2806184" y="1900753"/>
            <a:ext cx="4200097" cy="4092274"/>
          </a:xfrm>
          <a:prstGeom prst="rect">
            <a:avLst/>
          </a:prstGeom>
          <a:solidFill>
            <a:srgbClr val="F5F0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C30D5-4F46-E3C0-BA56-44549170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letter s in a white background&#10;&#10;AI-generated content may be incorrect.">
            <a:extLst>
              <a:ext uri="{FF2B5EF4-FFF2-40B4-BE49-F238E27FC236}">
                <a16:creationId xmlns:a16="http://schemas.microsoft.com/office/drawing/2014/main" id="{1A19F5B3-D6CE-4248-65AD-A8EA049E6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06184" y="1900753"/>
            <a:ext cx="4034137" cy="4351338"/>
          </a:xfrm>
        </p:spPr>
      </p:pic>
    </p:spTree>
    <p:extLst>
      <p:ext uri="{BB962C8B-B14F-4D97-AF65-F5344CB8AC3E}">
        <p14:creationId xmlns:p14="http://schemas.microsoft.com/office/powerpoint/2010/main" val="106188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2</Words>
  <Application>Microsoft Macintosh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 Ting</dc:creator>
  <cp:lastModifiedBy>Johnson Ting</cp:lastModifiedBy>
  <cp:revision>6</cp:revision>
  <dcterms:created xsi:type="dcterms:W3CDTF">2026-04-23T18:31:28Z</dcterms:created>
  <dcterms:modified xsi:type="dcterms:W3CDTF">2026-06-09T08:59:29Z</dcterms:modified>
</cp:coreProperties>
</file>